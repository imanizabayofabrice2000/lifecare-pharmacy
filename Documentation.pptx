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                       </a:t>
            </a:r>
            <a:r>
              <a:rPr lang="en-US" altLang="en-US" sz="6000"/>
              <a:t> Introduction</a:t>
            </a:r>
            <a:endParaRPr lang="en-US" alt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4400"/>
              <a:t>What is LifeCare?</a:t>
            </a:r>
            <a:endParaRPr lang="en-US" altLang="en-US" sz="4400"/>
          </a:p>
          <a:p>
            <a:r>
              <a:rPr lang="en-US" altLang="en-US" sz="4400"/>
              <a:t>It is a System for pharmacy owners to manage their business.</a:t>
            </a:r>
            <a:endParaRPr lang="en-US" altLang="en-US" sz="4400"/>
          </a:p>
          <a:p>
            <a:r>
              <a:rPr lang="en-US" altLang="en-US" sz="4400"/>
              <a:t>It helps keep track of medicine, sales, and stock.</a:t>
            </a:r>
            <a:endParaRPr lang="en-US" altLang="en-US" sz="4400"/>
          </a:p>
          <a:p>
            <a:r>
              <a:rPr lang="en-US" altLang="en-US" sz="4400"/>
              <a:t>It is fast, secure, and very easy to use.</a:t>
            </a:r>
            <a:endParaRPr lang="en-US" alt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en-US" altLang="en-US" sz="4800"/>
              <a:t>What problems this system come solving?</a:t>
            </a:r>
            <a:endParaRPr lang="en-US" altLang="en-US" sz="4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p>
            <a:r>
              <a:rPr lang="en-US" altLang="en-US" sz="3600"/>
              <a:t>Losing Data: Writing in books is dangerous because paper can get lost or damaged.</a:t>
            </a:r>
            <a:endParaRPr lang="en-US" altLang="en-US" sz="3600"/>
          </a:p>
          <a:p>
            <a:r>
              <a:rPr lang="en-US" altLang="en-US" sz="3600"/>
              <a:t>Expired Medicine: It is hard to know which medicine is old without a system.</a:t>
            </a:r>
            <a:endParaRPr lang="en-US" altLang="en-US" sz="3600"/>
          </a:p>
          <a:p>
            <a:endParaRPr lang="en-US" altLang="en-US" sz="3600"/>
          </a:p>
          <a:p>
            <a:r>
              <a:rPr lang="en-US" altLang="en-US" sz="3600"/>
              <a:t>Bad Math: Calculating daily money by hand leads to mistakes.</a:t>
            </a:r>
            <a:endParaRPr lang="en-US" altLang="en-US" sz="3600"/>
          </a:p>
          <a:p>
            <a:r>
              <a:rPr lang="en-US" altLang="en-US" sz="3600"/>
              <a:t>Stock Out: Managers don't know when to buy more medicine.</a:t>
            </a:r>
            <a:endParaRPr lang="en-US" alt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          </a:t>
            </a:r>
            <a:r>
              <a:rPr lang="en-US" altLang="en-US" sz="6000"/>
              <a:t>What can this system do?</a:t>
            </a:r>
            <a:endParaRPr lang="en-US" alt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4000"/>
              <a:t>Medicine Registry: Save names, categories, and expiry dates of all medicines.</a:t>
            </a:r>
            <a:endParaRPr lang="en-US" altLang="en-US" sz="4000"/>
          </a:p>
          <a:p>
            <a:r>
              <a:rPr lang="en-US" altLang="en-US" sz="4000"/>
              <a:t>Stock Management: See how many boxes are left in the store.</a:t>
            </a:r>
            <a:endParaRPr lang="en-US" altLang="en-US" sz="4000"/>
          </a:p>
          <a:p>
            <a:r>
              <a:rPr lang="en-US" altLang="en-US" sz="4000"/>
              <a:t>Sales Tracking: Record every sale and give the customer a total price.</a:t>
            </a:r>
            <a:endParaRPr lang="en-US" altLang="en-US" sz="4000"/>
          </a:p>
          <a:p>
            <a:r>
              <a:rPr lang="en-US" altLang="en-US" sz="4000"/>
              <a:t>Smart Reports: Show the total money (Revenue) made in a day or month.</a:t>
            </a:r>
            <a:endParaRPr lang="en-US" altLang="en-US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     </a:t>
            </a:r>
            <a:r>
              <a:rPr lang="en-US" altLang="en-US" sz="5400"/>
              <a:t> Special Design (Accessibility)</a:t>
            </a:r>
            <a:endParaRPr lang="en-US" altLang="en-US" sz="5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4000"/>
              <a:t>A System for Everyone:</a:t>
            </a:r>
            <a:endParaRPr lang="en-US" altLang="en-US" sz="4000"/>
          </a:p>
          <a:p>
            <a:r>
              <a:rPr lang="en-US" altLang="en-US" sz="3600"/>
              <a:t>Most systems are hard to read. My project has a Theme Menu.</a:t>
            </a:r>
            <a:endParaRPr lang="en-US" altLang="en-US" sz="3600"/>
          </a:p>
          <a:p>
            <a:r>
              <a:rPr lang="en-US" altLang="en-US" sz="3600"/>
              <a:t>Dyslexia Theme: Uses a special font to help people who struggle to read.</a:t>
            </a:r>
            <a:endParaRPr lang="en-US" altLang="en-US" sz="3600"/>
          </a:p>
          <a:p>
            <a:r>
              <a:rPr lang="en-US" altLang="en-US" sz="3600"/>
              <a:t>High Contrast: Makes the screen very clear for people with eye problems.</a:t>
            </a:r>
            <a:endParaRPr lang="en-US" altLang="en-US" sz="3600"/>
          </a:p>
          <a:p>
            <a:r>
              <a:rPr lang="en-US" altLang="en-US" sz="3600"/>
              <a:t>Large Text: Makes everything big and easy to click.</a:t>
            </a:r>
            <a:endParaRPr lang="en-US" altLang="en-US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             </a:t>
            </a:r>
            <a:r>
              <a:rPr lang="en-US" altLang="en-US" sz="5400"/>
              <a:t>Technology Used</a:t>
            </a:r>
            <a:endParaRPr lang="en-US" altLang="en-US" sz="5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4400"/>
              <a:t>The Tools I Used:</a:t>
            </a:r>
            <a:endParaRPr lang="en-US" altLang="en-US" sz="4400"/>
          </a:p>
          <a:p>
            <a:r>
              <a:rPr lang="en-US" altLang="en-US" sz="3600"/>
              <a:t>Frontend (User Interface): React.js – for a smooth and fast screen.</a:t>
            </a:r>
            <a:endParaRPr lang="en-US" altLang="en-US" sz="3600"/>
          </a:p>
          <a:p>
            <a:r>
              <a:rPr lang="en-US" altLang="en-US" sz="3600"/>
              <a:t>Backend (Data): Node.js – to handle all the information safely.</a:t>
            </a:r>
            <a:endParaRPr lang="en-US" altLang="en-US" sz="3600"/>
          </a:p>
          <a:p>
            <a:r>
              <a:rPr lang="en-US" altLang="en-US" sz="3600"/>
              <a:t>Database: Where we store all medicine and sales records.</a:t>
            </a:r>
            <a:endParaRPr lang="en-US" altLang="en-US"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                        </a:t>
            </a:r>
            <a:r>
              <a:rPr lang="en-US" altLang="en-US"/>
              <a:t> </a:t>
            </a:r>
            <a:r>
              <a:rPr lang="en-US" altLang="en-US" sz="5400"/>
              <a:t>Conclusion</a:t>
            </a:r>
            <a:endParaRPr lang="en-US" altLang="en-US" sz="5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4400"/>
              <a:t>Why LifeCare is the Best?</a:t>
            </a:r>
            <a:endParaRPr lang="en-US" altLang="en-US" sz="4400"/>
          </a:p>
          <a:p>
            <a:r>
              <a:rPr lang="en-US" altLang="en-US" sz="4000"/>
              <a:t>It helps pharmacies in Rwanda move from paper to digital.</a:t>
            </a:r>
            <a:endParaRPr lang="en-US" altLang="en-US" sz="4000"/>
          </a:p>
          <a:p>
            <a:r>
              <a:rPr lang="en-US" altLang="en-US" sz="4000"/>
              <a:t>It saves time and prevents mistakes.</a:t>
            </a:r>
            <a:endParaRPr lang="en-US" altLang="en-US" sz="4000"/>
          </a:p>
          <a:p>
            <a:r>
              <a:rPr lang="en-US" altLang="en-US" sz="4000"/>
              <a:t>It is built to help our community get better service.</a:t>
            </a:r>
            <a:endParaRPr lang="en-US" altLang="en-US" sz="4000"/>
          </a:p>
          <a:p>
            <a:endParaRPr lang="en-US" altLang="en-US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1584</Words>
  <Application>WPS Presentation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Technology</dc:creator>
  <cp:lastModifiedBy>Technology</cp:lastModifiedBy>
  <cp:revision>4</cp:revision>
  <dcterms:created xsi:type="dcterms:W3CDTF">2025-07-23T00:59:00Z</dcterms:created>
  <dcterms:modified xsi:type="dcterms:W3CDTF">2026-04-21T13:51:56Z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5A6378EAAEE4447A86451B12561519B3_11</vt:lpwstr>
  </property>
  <property fmtid="{D5CDD505-2E9C-101B-9397-08002B2CF9AE}" pid="3" name="KSOProductBuildVer">
    <vt:lpwstr>1033-12.1.0.25242</vt:lpwstr>
  </property>
</Properties>
</file>